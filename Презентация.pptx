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63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944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1403648" y="1916832"/>
            <a:ext cx="7406640" cy="1472184"/>
          </a:xfrm>
        </p:spPr>
        <p:txBody>
          <a:bodyPr/>
          <a:lstStyle/>
          <a:p>
            <a:r>
              <a:rPr lang="en-US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Shoe Store</a:t>
            </a:r>
            <a:r>
              <a:rPr lang="ru-RU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ru-RU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приложение)</a:t>
            </a:r>
            <a:endParaRPr lang="ru-RU" dirty="0"/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5724128" y="5877272"/>
            <a:ext cx="4283968" cy="1181776"/>
          </a:xfrm>
        </p:spPr>
        <p:txBody>
          <a:bodyPr>
            <a:normAutofit/>
          </a:bodyPr>
          <a:lstStyle/>
          <a:p>
            <a:r>
              <a:rPr lang="ru-RU" sz="2000" dirty="0" smtClean="0"/>
              <a:t>Студент группы ИС-22Б</a:t>
            </a:r>
          </a:p>
          <a:p>
            <a:r>
              <a:rPr lang="ru-RU" sz="2000" dirty="0" smtClean="0"/>
              <a:t>Глазов Кирилл Николаевич</a:t>
            </a:r>
            <a:endParaRPr lang="ru-RU" sz="2000" dirty="0"/>
          </a:p>
        </p:txBody>
      </p:sp>
      <p:sp>
        <p:nvSpPr>
          <p:cNvPr id="4" name="Содержимое 2"/>
          <p:cNvSpPr txBox="1">
            <a:spLocks/>
          </p:cNvSpPr>
          <p:nvPr/>
        </p:nvSpPr>
        <p:spPr>
          <a:xfrm>
            <a:off x="755576" y="188640"/>
            <a:ext cx="8568952" cy="2075122"/>
          </a:xfrm>
          <a:prstGeom prst="rect">
            <a:avLst/>
          </a:prstGeom>
        </p:spPr>
        <p:txBody>
          <a:bodyPr tIns="0">
            <a:normAutofit/>
          </a:bodyPr>
          <a:lstStyle/>
          <a:p>
            <a:pPr marL="27432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2">
                    <a:shade val="30000"/>
                    <a:satMod val="1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Государственное</a:t>
            </a:r>
            <a:r>
              <a:rPr kumimoji="0" lang="ru-RU" sz="2000" b="0" i="0" u="none" strike="noStrike" kern="1200" cap="none" spc="0" normalizeH="0" noProof="0" dirty="0" smtClean="0">
                <a:ln>
                  <a:noFill/>
                </a:ln>
                <a:solidFill>
                  <a:schemeClr val="tx2">
                    <a:shade val="30000"/>
                    <a:satMod val="1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бюджетное профессиональное образовательное учреждение «Заволжский </a:t>
            </a:r>
            <a:r>
              <a:rPr kumimoji="0" lang="ru-RU" sz="2000" b="0" i="0" u="none" strike="noStrike" kern="1200" cap="none" spc="0" normalizeH="0" noProof="0" dirty="0" err="1" smtClean="0">
                <a:ln>
                  <a:noFill/>
                </a:ln>
                <a:solidFill>
                  <a:schemeClr val="tx2">
                    <a:shade val="30000"/>
                    <a:satMod val="1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автом</a:t>
            </a:r>
            <a:r>
              <a:rPr lang="ru-RU" sz="20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о</a:t>
            </a:r>
            <a:r>
              <a:rPr kumimoji="0" lang="ru-RU" sz="2000" b="0" i="0" u="none" strike="noStrike" kern="1200" cap="none" spc="0" normalizeH="0" noProof="0" dirty="0" smtClean="0">
                <a:ln>
                  <a:noFill/>
                </a:ln>
                <a:solidFill>
                  <a:schemeClr val="tx2">
                    <a:shade val="30000"/>
                    <a:satMod val="1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торный техникум»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chemeClr val="tx2">
                  <a:shade val="30000"/>
                  <a:satMod val="150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pc="-50" dirty="0" smtClean="0">
                <a:latin typeface="Times New Roman" pitchFamily="18" charset="0"/>
                <a:cs typeface="Times New Roman" pitchFamily="18" charset="0"/>
              </a:rPr>
              <a:t>Реализация приложения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95536" y="1628800"/>
            <a:ext cx="8424936" cy="2075122"/>
          </a:xfrm>
        </p:spPr>
        <p:txBody>
          <a:bodyPr>
            <a:normAutofit fontScale="70000" lnSpcReduction="20000"/>
          </a:bodyPr>
          <a:lstStyle/>
          <a:p>
            <a:pPr indent="450000" algn="just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Платформа: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Android 16 (API 36)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indent="450000" algn="just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Архитектура приложения: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MVVM (Model-View-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Язык разработки: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 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Jetpack Compose.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База данных: 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реляционная).</a:t>
            </a:r>
          </a:p>
          <a:p>
            <a:pPr indent="450000" algn="just">
              <a:buNone/>
            </a:pPr>
            <a:endParaRPr lang="ru-RU" dirty="0" smtClean="0"/>
          </a:p>
          <a:p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9632" y="3645024"/>
            <a:ext cx="741682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Реализованный функционал: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Авторизация.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Регистрация.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Подтверждение по OTP-коду.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Операции чтения и записи данных</a:t>
            </a:r>
            <a:r>
              <a:rPr lang="ru-RU" dirty="0" smtClean="0"/>
              <a:t>.</a:t>
            </a:r>
          </a:p>
          <a:p>
            <a:pPr>
              <a:buFontTx/>
              <a:buChar char="-"/>
            </a:pPr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pc="-50" dirty="0" smtClean="0"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 descr="C:\Users\android242\Downloads\Untitled Diagram.drawio.pn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2411760" y="2276872"/>
            <a:ext cx="5376490" cy="329404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latin typeface="Times New Roman" pitchFamily="18" charset="0"/>
                <a:cs typeface="Times New Roman" pitchFamily="18" charset="0"/>
              </a:rPr>
              <a:t>Архитектурные решения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971600" y="1428736"/>
            <a:ext cx="7958118" cy="2500330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          В качестве архитектурного решения был выбран паттерн MVVM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)., поскольку он обеспечивает эффективное взаимодействие с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полностью соответствует лучшим практикам, рекомендованным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r>
              <a:rPr lang="ru-RU" dirty="0" smtClean="0"/>
              <a:t>             </a:t>
            </a:r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99592" y="3789040"/>
            <a:ext cx="7499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buFont typeface="Arial" pitchFamily="34" charset="0"/>
              <a:buChar char="•"/>
            </a:pPr>
            <a:r>
              <a:rPr lang="en-US" sz="3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3000" dirty="0" smtClean="0">
                <a:latin typeface="Times New Roman" pitchFamily="18" charset="0"/>
                <a:cs typeface="Times New Roman" pitchFamily="18" charset="0"/>
              </a:rPr>
              <a:t>Модели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данных: расположены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data/model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Работа с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API: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расположены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data/service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UI-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компоненты: 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/view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Темы: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/theme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latin typeface="Times New Roman" pitchFamily="18" charset="0"/>
                <a:cs typeface="Times New Roman" pitchFamily="18" charset="0"/>
              </a:rPr>
              <a:t>Используемые библиотеки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916832"/>
            <a:ext cx="7632848" cy="3600400"/>
          </a:xfrm>
        </p:spPr>
        <p:txBody>
          <a:bodyPr>
            <a:normAutofit lnSpcReduction="10000"/>
          </a:bodyPr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Retrofit 2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Библиотека для работы с REST API.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Material 3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Готовая дизайн-система от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современных приложений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Navigation Compose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Компонент для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навигации между экранами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740352" cy="1143000"/>
          </a:xfrm>
        </p:spPr>
        <p:txBody>
          <a:bodyPr>
            <a:normAutofit/>
          </a:bodyPr>
          <a:lstStyle/>
          <a:p>
            <a:r>
              <a:rPr lang="ru-RU" spc="-50" dirty="0" smtClean="0">
                <a:latin typeface="Times New Roman" pitchFamily="18" charset="0"/>
                <a:cs typeface="Times New Roman" pitchFamily="18" charset="0"/>
              </a:rPr>
              <a:t>Фото приложения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07904" y="1484784"/>
            <a:ext cx="2402661" cy="41835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87624" y="1484784"/>
            <a:ext cx="2304256" cy="400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72200" y="1484784"/>
            <a:ext cx="2580479" cy="45365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115</TotalTime>
  <Words>161</Words>
  <Application>Microsoft Office PowerPoint</Application>
  <PresentationFormat>Экран (4:3)</PresentationFormat>
  <Paragraphs>30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Солнцестояние</vt:lpstr>
      <vt:lpstr>Shoe Store (Android приложение)</vt:lpstr>
      <vt:lpstr>Реализация приложения</vt:lpstr>
      <vt:lpstr>Диаграмма вариантов использования</vt:lpstr>
      <vt:lpstr>Архитектурные решения</vt:lpstr>
      <vt:lpstr>Используемые библиотеки</vt:lpstr>
      <vt:lpstr>Фото приложения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kartavaadiana18@gmail.com</dc:creator>
  <cp:lastModifiedBy>android242</cp:lastModifiedBy>
  <cp:revision>19</cp:revision>
  <dcterms:created xsi:type="dcterms:W3CDTF">2026-03-05T19:57:31Z</dcterms:created>
  <dcterms:modified xsi:type="dcterms:W3CDTF">2026-03-06T09:52:32Z</dcterms:modified>
</cp:coreProperties>
</file>