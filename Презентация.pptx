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06d2f0fc62e78c44f3958c72b4b7890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720" y="2500306"/>
            <a:ext cx="60007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Shoe Store</a:t>
            </a:r>
            <a:endParaRPr lang="ru-RU" sz="8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2844" y="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 образовательное учреждение «Заволжский автомоторный техникум»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550070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/>
              <a:t>Выполнил</a:t>
            </a:r>
            <a:r>
              <a:rPr lang="en-US" dirty="0" smtClean="0"/>
              <a:t>: </a:t>
            </a:r>
            <a:r>
              <a:rPr lang="ru-RU" dirty="0" smtClean="0"/>
              <a:t>студент </a:t>
            </a:r>
            <a:r>
              <a:rPr lang="ru-RU" dirty="0" smtClean="0"/>
              <a:t>группы </a:t>
            </a:r>
            <a:r>
              <a:rPr lang="ru-RU" dirty="0" smtClean="0"/>
              <a:t>ИС-22Б</a:t>
            </a:r>
            <a:endParaRPr lang="en-US" dirty="0" smtClean="0"/>
          </a:p>
          <a:p>
            <a:pPr algn="ctr"/>
            <a:r>
              <a:rPr lang="ru-RU" dirty="0" smtClean="0"/>
              <a:t>Глазов Кирилл Николаевич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403648" y="1916832"/>
            <a:ext cx="7406640" cy="1472184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Shoe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roid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приложение)</a:t>
            </a:r>
            <a:endParaRPr lang="ru-RU" dirty="0"/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5724128" y="5877272"/>
            <a:ext cx="4283968" cy="1181776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Студент группы ИС-22Б</a:t>
            </a:r>
          </a:p>
          <a:p>
            <a:r>
              <a:rPr lang="ru-RU" sz="2000" dirty="0" smtClean="0"/>
              <a:t>Глазов Кирилл Николаевич</a:t>
            </a:r>
            <a:endParaRPr lang="ru-RU" sz="20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755576" y="188640"/>
            <a:ext cx="8568952" cy="2075122"/>
          </a:xfrm>
          <a:prstGeom prst="rect">
            <a:avLst/>
          </a:prstGeom>
        </p:spPr>
        <p:txBody>
          <a:bodyPr tIns="0">
            <a:normAutofit/>
          </a:bodyPr>
          <a:lstStyle/>
          <a:p>
            <a:pPr marL="27432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Государственное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бюджетное профессиональное образовательное учреждение «Заволжский </a:t>
            </a:r>
            <a:r>
              <a:rPr kumimoji="0" lang="ru-RU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автом</a:t>
            </a:r>
            <a:r>
              <a:rPr lang="ru-RU" sz="20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о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торный техникум»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pc="-50" dirty="0" smtClean="0">
                <a:latin typeface="Times New Roman" pitchFamily="18" charset="0"/>
                <a:cs typeface="Times New Roman" pitchFamily="18" charset="0"/>
              </a:rPr>
              <a:t>Реализация приложения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628800"/>
            <a:ext cx="8424936" cy="2075122"/>
          </a:xfrm>
        </p:spPr>
        <p:txBody>
          <a:bodyPr>
            <a:normAutofit fontScale="70000" lnSpcReduction="20000"/>
          </a:bodyPr>
          <a:lstStyle/>
          <a:p>
            <a:pPr indent="4500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Платформа: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Android 16 (API 36)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00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приложения: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MVVM (Model-View-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Язык разработки: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Jetpack Compose.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База данных: 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реляционная).</a:t>
            </a:r>
          </a:p>
          <a:p>
            <a:pPr indent="450000" algn="just">
              <a:buNone/>
            </a:pPr>
            <a:endParaRPr lang="ru-RU" dirty="0" smtClean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259632" y="3645024"/>
            <a:ext cx="741682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Реализованный функционал:</a:t>
            </a:r>
          </a:p>
          <a:p>
            <a:pPr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Авторизация.</a:t>
            </a:r>
          </a:p>
          <a:p>
            <a:pPr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Регистрация.</a:t>
            </a:r>
          </a:p>
          <a:p>
            <a:pPr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Подтверждение по OTP-коду.</a:t>
            </a:r>
          </a:p>
          <a:p>
            <a:pPr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Операции чтения и записи данных</a:t>
            </a:r>
            <a:r>
              <a:rPr lang="ru-RU" dirty="0" smtClean="0"/>
              <a:t>.</a:t>
            </a:r>
          </a:p>
          <a:p>
            <a:pPr>
              <a:buFontTx/>
              <a:buChar char="-"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pc="-50" dirty="0" smtClean="0">
                <a:latin typeface="Times New Roman" pitchFamily="18" charset="0"/>
                <a:cs typeface="Times New Roman" pitchFamily="18" charset="0"/>
              </a:rPr>
              <a:t>Диаграмма вариантов использования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ndroid242\Downloads\Untitled Diagram.drawio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411760" y="2276872"/>
            <a:ext cx="5376490" cy="32940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pc="-50" dirty="0" smtClean="0">
                <a:latin typeface="Times New Roman" pitchFamily="18" charset="0"/>
                <a:cs typeface="Times New Roman" pitchFamily="18" charset="0"/>
              </a:rPr>
              <a:t>Архитектурные решения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71600" y="1428736"/>
            <a:ext cx="7958118" cy="250033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В качестве архитектурного решения был выбран паттерн MVVM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)., поскольку он обеспечивает эффективное взаимодействие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полностью соответствует лучшим практикам, рекомендованным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ru-RU" dirty="0" smtClean="0"/>
              <a:t>             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3789040"/>
            <a:ext cx="7499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Модели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данных: расположены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data/model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Работа с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API: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расположены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data/service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UI-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компоненты:  расположены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view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Темы: расположены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/theme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расположены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pc="-50" dirty="0" smtClean="0">
                <a:latin typeface="Times New Roman" pitchFamily="18" charset="0"/>
                <a:cs typeface="Times New Roman" pitchFamily="18" charset="0"/>
              </a:rPr>
              <a:t>Используемые библиотеки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916832"/>
            <a:ext cx="7632848" cy="3600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Retrofit 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для работы с REST API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Material 3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Готовая дизайн-система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современных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приложений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Navigation Compose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Компонент для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навигации между экранами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740352" cy="1143000"/>
          </a:xfrm>
        </p:spPr>
        <p:txBody>
          <a:bodyPr>
            <a:normAutofit/>
          </a:bodyPr>
          <a:lstStyle/>
          <a:p>
            <a:r>
              <a:rPr lang="ru-RU" spc="-50" dirty="0" smtClean="0">
                <a:latin typeface="Times New Roman" pitchFamily="18" charset="0"/>
                <a:cs typeface="Times New Roman" pitchFamily="18" charset="0"/>
              </a:rPr>
              <a:t>Фото приложения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1484784"/>
            <a:ext cx="2402661" cy="418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484784"/>
            <a:ext cx="2304256" cy="400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00" y="1484784"/>
            <a:ext cx="2580479" cy="453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115</TotalTime>
  <Words>181</Words>
  <Application>Microsoft Office PowerPoint</Application>
  <PresentationFormat>Экран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Солнцестояние</vt:lpstr>
      <vt:lpstr>Слайд 1</vt:lpstr>
      <vt:lpstr>Shoe Store (Android приложение)</vt:lpstr>
      <vt:lpstr>Реализация приложения</vt:lpstr>
      <vt:lpstr>Диаграмма вариантов использования</vt:lpstr>
      <vt:lpstr>Архитектурные решения</vt:lpstr>
      <vt:lpstr>Используемые библиотеки</vt:lpstr>
      <vt:lpstr>Фото приложения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kartavaadiana18@gmail.com</dc:creator>
  <cp:lastModifiedBy>android242</cp:lastModifiedBy>
  <cp:revision>18</cp:revision>
  <dcterms:created xsi:type="dcterms:W3CDTF">2026-03-05T19:57:31Z</dcterms:created>
  <dcterms:modified xsi:type="dcterms:W3CDTF">2026-03-06T09:32:54Z</dcterms:modified>
</cp:coreProperties>
</file>